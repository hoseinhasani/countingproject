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7772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000"/>
    <a:srgbClr val="3864B2"/>
    <a:srgbClr val="ADADAD"/>
    <a:srgbClr val="515151"/>
    <a:srgbClr val="AAC49C"/>
    <a:srgbClr val="7EB0DE"/>
    <a:srgbClr val="8EBAE2"/>
    <a:srgbClr val="3484CC"/>
    <a:srgbClr val="C9D7F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22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272011"/>
            <a:ext cx="6606540" cy="2705947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082310"/>
            <a:ext cx="5829300" cy="1876530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1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76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937705"/>
            <a:ext cx="6703695" cy="3233102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5201393"/>
            <a:ext cx="6703695" cy="1700212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4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91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13810"/>
            <a:ext cx="670369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905318"/>
            <a:ext cx="3288089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839085"/>
            <a:ext cx="3288089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905318"/>
            <a:ext cx="3304282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839085"/>
            <a:ext cx="330428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19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1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119083"/>
            <a:ext cx="3934778" cy="5523442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9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119083"/>
            <a:ext cx="3934778" cy="5523442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7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413808"/>
            <a:ext cx="1675924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413808"/>
            <a:ext cx="4930616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9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413810"/>
            <a:ext cx="670369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069042"/>
            <a:ext cx="670369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86A04-5E48-4B33-971C-A3537F5EA0F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7203865"/>
            <a:ext cx="262318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BC0E8-59F4-41DF-A1CE-2AA2B8063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CB0C9A21-E778-BA8D-85D0-41992E071415}"/>
              </a:ext>
            </a:extLst>
          </p:cNvPr>
          <p:cNvCxnSpPr>
            <a:cxnSpLocks/>
          </p:cNvCxnSpPr>
          <p:nvPr/>
        </p:nvCxnSpPr>
        <p:spPr>
          <a:xfrm flipV="1">
            <a:off x="1186920" y="4559949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Rectangle: Rounded Corners 364">
            <a:extLst>
              <a:ext uri="{FF2B5EF4-FFF2-40B4-BE49-F238E27FC236}">
                <a16:creationId xmlns:a16="http://schemas.microsoft.com/office/drawing/2014/main" id="{2D79D208-50EA-BA5C-CB73-9F619D170513}"/>
              </a:ext>
            </a:extLst>
          </p:cNvPr>
          <p:cNvSpPr/>
          <p:nvPr/>
        </p:nvSpPr>
        <p:spPr>
          <a:xfrm>
            <a:off x="957515" y="499631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0391A9E-5385-8425-D79C-1F47A8ED907C}"/>
              </a:ext>
            </a:extLst>
          </p:cNvPr>
          <p:cNvSpPr/>
          <p:nvPr/>
        </p:nvSpPr>
        <p:spPr>
          <a:xfrm>
            <a:off x="2007316" y="4979069"/>
            <a:ext cx="446545" cy="744408"/>
          </a:xfrm>
          <a:prstGeom prst="roundRect">
            <a:avLst>
              <a:gd name="adj" fmla="val 34668"/>
            </a:avLst>
          </a:prstGeom>
          <a:solidFill>
            <a:srgbClr val="ADADAD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5D10ED0-2E5C-996A-AFFE-9EA1FA4DEE14}"/>
              </a:ext>
            </a:extLst>
          </p:cNvPr>
          <p:cNvSpPr/>
          <p:nvPr/>
        </p:nvSpPr>
        <p:spPr>
          <a:xfrm>
            <a:off x="3036938" y="4979069"/>
            <a:ext cx="446545" cy="744408"/>
          </a:xfrm>
          <a:prstGeom prst="roundRect">
            <a:avLst>
              <a:gd name="adj" fmla="val 34668"/>
            </a:avLst>
          </a:prstGeom>
          <a:solidFill>
            <a:srgbClr val="ADADAD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E2F4E8C-F09D-B6AF-C07E-7C4887A9E8B3}"/>
              </a:ext>
            </a:extLst>
          </p:cNvPr>
          <p:cNvSpPr/>
          <p:nvPr/>
        </p:nvSpPr>
        <p:spPr>
          <a:xfrm>
            <a:off x="4106924" y="4979069"/>
            <a:ext cx="446545" cy="744408"/>
          </a:xfrm>
          <a:prstGeom prst="roundRect">
            <a:avLst>
              <a:gd name="adj" fmla="val 34668"/>
            </a:avLst>
          </a:prstGeom>
          <a:solidFill>
            <a:srgbClr val="ADADAD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81CCE84-9BBF-9336-969E-0C279A0E5172}"/>
              </a:ext>
            </a:extLst>
          </p:cNvPr>
          <p:cNvSpPr/>
          <p:nvPr/>
        </p:nvSpPr>
        <p:spPr>
          <a:xfrm>
            <a:off x="5091376" y="4979069"/>
            <a:ext cx="446545" cy="744408"/>
          </a:xfrm>
          <a:prstGeom prst="roundRect">
            <a:avLst>
              <a:gd name="adj" fmla="val 34668"/>
            </a:avLst>
          </a:prstGeom>
          <a:solidFill>
            <a:srgbClr val="ADADAD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2B0174E-AF0E-D50A-F02D-ED673BFDFFBE}"/>
              </a:ext>
            </a:extLst>
          </p:cNvPr>
          <p:cNvCxnSpPr>
            <a:cxnSpLocks/>
          </p:cNvCxnSpPr>
          <p:nvPr/>
        </p:nvCxnSpPr>
        <p:spPr>
          <a:xfrm flipV="1">
            <a:off x="2236721" y="454377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E610A22-7084-B6D6-7D44-A0B109A3C9B3}"/>
              </a:ext>
            </a:extLst>
          </p:cNvPr>
          <p:cNvCxnSpPr>
            <a:cxnSpLocks/>
          </p:cNvCxnSpPr>
          <p:nvPr/>
        </p:nvCxnSpPr>
        <p:spPr>
          <a:xfrm flipV="1">
            <a:off x="3266344" y="4543778"/>
            <a:ext cx="0" cy="419120"/>
          </a:xfrm>
          <a:prstGeom prst="straightConnector1">
            <a:avLst/>
          </a:prstGeom>
          <a:ln w="57150">
            <a:solidFill>
              <a:srgbClr val="3864B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3EDD1B7-2441-3BEE-233B-414673D5701B}"/>
              </a:ext>
            </a:extLst>
          </p:cNvPr>
          <p:cNvCxnSpPr>
            <a:cxnSpLocks/>
          </p:cNvCxnSpPr>
          <p:nvPr/>
        </p:nvCxnSpPr>
        <p:spPr>
          <a:xfrm flipV="1">
            <a:off x="4315042" y="454377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69C1509-E17D-52B2-EE3C-33659316088C}"/>
              </a:ext>
            </a:extLst>
          </p:cNvPr>
          <p:cNvCxnSpPr>
            <a:cxnSpLocks/>
          </p:cNvCxnSpPr>
          <p:nvPr/>
        </p:nvCxnSpPr>
        <p:spPr>
          <a:xfrm flipV="1">
            <a:off x="5304704" y="454377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9610B48-B8A3-5F84-CADA-6A83EC18CE8B}"/>
              </a:ext>
            </a:extLst>
          </p:cNvPr>
          <p:cNvCxnSpPr>
            <a:cxnSpLocks/>
          </p:cNvCxnSpPr>
          <p:nvPr/>
        </p:nvCxnSpPr>
        <p:spPr>
          <a:xfrm flipV="1">
            <a:off x="1170842" y="3342957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A5A98F5-6953-7E25-D46F-3CCC132D2D08}"/>
              </a:ext>
            </a:extLst>
          </p:cNvPr>
          <p:cNvSpPr/>
          <p:nvPr/>
        </p:nvSpPr>
        <p:spPr>
          <a:xfrm>
            <a:off x="941437" y="3779322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C48305F-82EE-23F2-81DD-6C0B4027EE55}"/>
              </a:ext>
            </a:extLst>
          </p:cNvPr>
          <p:cNvSpPr/>
          <p:nvPr/>
        </p:nvSpPr>
        <p:spPr>
          <a:xfrm>
            <a:off x="1991238" y="3762077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8435005-724D-767F-1E42-0483E0F0B348}"/>
              </a:ext>
            </a:extLst>
          </p:cNvPr>
          <p:cNvSpPr/>
          <p:nvPr/>
        </p:nvSpPr>
        <p:spPr>
          <a:xfrm>
            <a:off x="3020860" y="3762077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89D4221-5595-D9AC-96F9-DAC04715CA05}"/>
              </a:ext>
            </a:extLst>
          </p:cNvPr>
          <p:cNvSpPr/>
          <p:nvPr/>
        </p:nvSpPr>
        <p:spPr>
          <a:xfrm>
            <a:off x="4090845" y="3762077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D163E214-6E07-89C3-A742-B45F832A5E35}"/>
              </a:ext>
            </a:extLst>
          </p:cNvPr>
          <p:cNvSpPr/>
          <p:nvPr/>
        </p:nvSpPr>
        <p:spPr>
          <a:xfrm>
            <a:off x="5075297" y="3762077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000" dirty="0">
              <a:solidFill>
                <a:schemeClr val="bg1"/>
              </a:solidFill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19F8AA3-6D1F-43D8-AB59-BC750BA12476}"/>
              </a:ext>
            </a:extLst>
          </p:cNvPr>
          <p:cNvCxnSpPr>
            <a:cxnSpLocks/>
          </p:cNvCxnSpPr>
          <p:nvPr/>
        </p:nvCxnSpPr>
        <p:spPr>
          <a:xfrm flipV="1">
            <a:off x="2220643" y="3326787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E40C7E3-E2CD-BABE-D703-39F4CD2EA347}"/>
              </a:ext>
            </a:extLst>
          </p:cNvPr>
          <p:cNvCxnSpPr>
            <a:cxnSpLocks/>
          </p:cNvCxnSpPr>
          <p:nvPr/>
        </p:nvCxnSpPr>
        <p:spPr>
          <a:xfrm flipV="1">
            <a:off x="3250265" y="3326787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A721776-DA47-E0A6-2920-62AF20D4F1F8}"/>
              </a:ext>
            </a:extLst>
          </p:cNvPr>
          <p:cNvCxnSpPr>
            <a:cxnSpLocks/>
          </p:cNvCxnSpPr>
          <p:nvPr/>
        </p:nvCxnSpPr>
        <p:spPr>
          <a:xfrm flipV="1">
            <a:off x="4298963" y="3326787"/>
            <a:ext cx="0" cy="419120"/>
          </a:xfrm>
          <a:prstGeom prst="straightConnector1">
            <a:avLst/>
          </a:prstGeom>
          <a:ln w="57150">
            <a:solidFill>
              <a:srgbClr val="3864B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4FC17EA-401E-B26D-4393-CEE81361DB27}"/>
              </a:ext>
            </a:extLst>
          </p:cNvPr>
          <p:cNvCxnSpPr>
            <a:cxnSpLocks/>
          </p:cNvCxnSpPr>
          <p:nvPr/>
        </p:nvCxnSpPr>
        <p:spPr>
          <a:xfrm flipV="1">
            <a:off x="5288625" y="3326787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C17A09A-657F-0DE5-72F9-769C52DAC834}"/>
              </a:ext>
            </a:extLst>
          </p:cNvPr>
          <p:cNvCxnSpPr>
            <a:cxnSpLocks/>
          </p:cNvCxnSpPr>
          <p:nvPr/>
        </p:nvCxnSpPr>
        <p:spPr>
          <a:xfrm flipV="1">
            <a:off x="1170842" y="2124893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A0CEA91A-401B-AF0A-B09E-DE6E37650321}"/>
              </a:ext>
            </a:extLst>
          </p:cNvPr>
          <p:cNvSpPr/>
          <p:nvPr/>
        </p:nvSpPr>
        <p:spPr>
          <a:xfrm>
            <a:off x="941437" y="2561257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AFA2138A-C407-FECE-F496-02917148F2EF}"/>
              </a:ext>
            </a:extLst>
          </p:cNvPr>
          <p:cNvSpPr/>
          <p:nvPr/>
        </p:nvSpPr>
        <p:spPr>
          <a:xfrm>
            <a:off x="1991238" y="254401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37598AF-D778-952E-1971-87DC79BBCA03}"/>
              </a:ext>
            </a:extLst>
          </p:cNvPr>
          <p:cNvSpPr/>
          <p:nvPr/>
        </p:nvSpPr>
        <p:spPr>
          <a:xfrm>
            <a:off x="3020860" y="254401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B1952EB4-0452-EF38-6013-DBC95EEEE2EF}"/>
              </a:ext>
            </a:extLst>
          </p:cNvPr>
          <p:cNvSpPr/>
          <p:nvPr/>
        </p:nvSpPr>
        <p:spPr>
          <a:xfrm>
            <a:off x="4090845" y="2544013"/>
            <a:ext cx="446545" cy="744408"/>
          </a:xfrm>
          <a:prstGeom prst="roundRect">
            <a:avLst>
              <a:gd name="adj" fmla="val 34668"/>
            </a:avLst>
          </a:prstGeom>
          <a:solidFill>
            <a:srgbClr val="51515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BEAE8D13-1F2A-E534-B2DD-37D02E92239D}"/>
              </a:ext>
            </a:extLst>
          </p:cNvPr>
          <p:cNvSpPr/>
          <p:nvPr/>
        </p:nvSpPr>
        <p:spPr>
          <a:xfrm>
            <a:off x="5075297" y="2544013"/>
            <a:ext cx="446545" cy="744408"/>
          </a:xfrm>
          <a:prstGeom prst="roundRect">
            <a:avLst>
              <a:gd name="adj" fmla="val 34668"/>
            </a:avLst>
          </a:prstGeom>
          <a:solidFill>
            <a:srgbClr val="515151"/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771508E-B1F1-6D2F-DEA2-CD8489B8067F}"/>
              </a:ext>
            </a:extLst>
          </p:cNvPr>
          <p:cNvCxnSpPr>
            <a:cxnSpLocks/>
          </p:cNvCxnSpPr>
          <p:nvPr/>
        </p:nvCxnSpPr>
        <p:spPr>
          <a:xfrm flipV="1">
            <a:off x="2220643" y="2108721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35187B6-96A3-651E-2FBA-A0A81632E146}"/>
              </a:ext>
            </a:extLst>
          </p:cNvPr>
          <p:cNvCxnSpPr>
            <a:cxnSpLocks/>
          </p:cNvCxnSpPr>
          <p:nvPr/>
        </p:nvCxnSpPr>
        <p:spPr>
          <a:xfrm flipV="1">
            <a:off x="3250265" y="2108721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8C38CAD-502E-2D64-7E68-43B4EF803416}"/>
              </a:ext>
            </a:extLst>
          </p:cNvPr>
          <p:cNvCxnSpPr>
            <a:cxnSpLocks/>
          </p:cNvCxnSpPr>
          <p:nvPr/>
        </p:nvCxnSpPr>
        <p:spPr>
          <a:xfrm flipV="1">
            <a:off x="4298963" y="2108721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644A470-4E16-FA9B-8997-EDF3C2E9327D}"/>
              </a:ext>
            </a:extLst>
          </p:cNvPr>
          <p:cNvCxnSpPr>
            <a:cxnSpLocks/>
          </p:cNvCxnSpPr>
          <p:nvPr/>
        </p:nvCxnSpPr>
        <p:spPr>
          <a:xfrm flipV="1">
            <a:off x="5288625" y="2108721"/>
            <a:ext cx="0" cy="419120"/>
          </a:xfrm>
          <a:prstGeom prst="straightConnector1">
            <a:avLst/>
          </a:prstGeom>
          <a:ln w="57150">
            <a:solidFill>
              <a:srgbClr val="3864B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DF289C-D689-C5D6-85C6-86A6506FD0A5}"/>
              </a:ext>
            </a:extLst>
          </p:cNvPr>
          <p:cNvCxnSpPr>
            <a:cxnSpLocks/>
          </p:cNvCxnSpPr>
          <p:nvPr/>
        </p:nvCxnSpPr>
        <p:spPr>
          <a:xfrm flipV="1">
            <a:off x="1170840" y="90000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524C3877-075B-556C-1E22-AC576FD7C765}"/>
              </a:ext>
            </a:extLst>
          </p:cNvPr>
          <p:cNvSpPr/>
          <p:nvPr/>
        </p:nvSpPr>
        <p:spPr>
          <a:xfrm>
            <a:off x="941435" y="133637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ADA3A0A-98A3-2F8F-9C08-4509E29761F5}"/>
              </a:ext>
            </a:extLst>
          </p:cNvPr>
          <p:cNvSpPr/>
          <p:nvPr/>
        </p:nvSpPr>
        <p:spPr>
          <a:xfrm>
            <a:off x="1991237" y="1319129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8308E90-6506-F13C-9A98-8D5C964C0FD2}"/>
              </a:ext>
            </a:extLst>
          </p:cNvPr>
          <p:cNvSpPr/>
          <p:nvPr/>
        </p:nvSpPr>
        <p:spPr>
          <a:xfrm>
            <a:off x="3020858" y="1319129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D4F9BD37-8D88-C2B3-4274-56938D9D10E0}"/>
              </a:ext>
            </a:extLst>
          </p:cNvPr>
          <p:cNvSpPr/>
          <p:nvPr/>
        </p:nvSpPr>
        <p:spPr>
          <a:xfrm>
            <a:off x="4090843" y="1319129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B3CB7BB-7630-8393-0401-650E65906E90}"/>
              </a:ext>
            </a:extLst>
          </p:cNvPr>
          <p:cNvSpPr/>
          <p:nvPr/>
        </p:nvSpPr>
        <p:spPr>
          <a:xfrm>
            <a:off x="5075296" y="1319129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BFE228C-7EDC-611D-0BD4-F1DF8C0D2AA3}"/>
              </a:ext>
            </a:extLst>
          </p:cNvPr>
          <p:cNvCxnSpPr>
            <a:cxnSpLocks/>
          </p:cNvCxnSpPr>
          <p:nvPr/>
        </p:nvCxnSpPr>
        <p:spPr>
          <a:xfrm flipV="1">
            <a:off x="2220642" y="88383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98A03F5-7855-6411-DBCE-0E59ACDF2B0A}"/>
              </a:ext>
            </a:extLst>
          </p:cNvPr>
          <p:cNvCxnSpPr>
            <a:cxnSpLocks/>
          </p:cNvCxnSpPr>
          <p:nvPr/>
        </p:nvCxnSpPr>
        <p:spPr>
          <a:xfrm flipV="1">
            <a:off x="3250263" y="88383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1FA9E9C-B66F-47B6-4053-5149FDDD9C6A}"/>
              </a:ext>
            </a:extLst>
          </p:cNvPr>
          <p:cNvCxnSpPr>
            <a:cxnSpLocks/>
          </p:cNvCxnSpPr>
          <p:nvPr/>
        </p:nvCxnSpPr>
        <p:spPr>
          <a:xfrm flipV="1">
            <a:off x="4298962" y="88383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3FF475D-419E-DF75-DF02-98940A6B2ED7}"/>
              </a:ext>
            </a:extLst>
          </p:cNvPr>
          <p:cNvCxnSpPr>
            <a:cxnSpLocks/>
          </p:cNvCxnSpPr>
          <p:nvPr/>
        </p:nvCxnSpPr>
        <p:spPr>
          <a:xfrm flipV="1">
            <a:off x="5288624" y="883838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02EED3F-43BA-4006-2127-83442E09B494}"/>
              </a:ext>
            </a:extLst>
          </p:cNvPr>
          <p:cNvCxnSpPr>
            <a:cxnSpLocks/>
          </p:cNvCxnSpPr>
          <p:nvPr/>
        </p:nvCxnSpPr>
        <p:spPr>
          <a:xfrm flipV="1">
            <a:off x="1197960" y="5784832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CA9E8BE-D91F-25AE-5E8D-E21D880D2C2A}"/>
              </a:ext>
            </a:extLst>
          </p:cNvPr>
          <p:cNvSpPr/>
          <p:nvPr/>
        </p:nvSpPr>
        <p:spPr>
          <a:xfrm>
            <a:off x="968555" y="6221197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EF8FC8A-9B9B-E01C-4253-038DD45356CF}"/>
              </a:ext>
            </a:extLst>
          </p:cNvPr>
          <p:cNvSpPr/>
          <p:nvPr/>
        </p:nvSpPr>
        <p:spPr>
          <a:xfrm>
            <a:off x="2018356" y="620395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2CC3BE6-3B1D-DD7A-4A61-5CAD236913C0}"/>
              </a:ext>
            </a:extLst>
          </p:cNvPr>
          <p:cNvSpPr/>
          <p:nvPr/>
        </p:nvSpPr>
        <p:spPr>
          <a:xfrm>
            <a:off x="3047978" y="620395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172D5946-5B17-3B4F-B5E9-416E9A37DBD4}"/>
              </a:ext>
            </a:extLst>
          </p:cNvPr>
          <p:cNvSpPr/>
          <p:nvPr/>
        </p:nvSpPr>
        <p:spPr>
          <a:xfrm>
            <a:off x="4117964" y="620395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FB1A119-D6BC-AF66-EF59-648FBD5D91C6}"/>
              </a:ext>
            </a:extLst>
          </p:cNvPr>
          <p:cNvSpPr/>
          <p:nvPr/>
        </p:nvSpPr>
        <p:spPr>
          <a:xfrm>
            <a:off x="5102416" y="6203953"/>
            <a:ext cx="446545" cy="744408"/>
          </a:xfrm>
          <a:prstGeom prst="roundRect">
            <a:avLst>
              <a:gd name="adj" fmla="val 34668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0AE7104-38EA-D756-CFB5-65CD35AF42A8}"/>
              </a:ext>
            </a:extLst>
          </p:cNvPr>
          <p:cNvCxnSpPr>
            <a:cxnSpLocks/>
          </p:cNvCxnSpPr>
          <p:nvPr/>
        </p:nvCxnSpPr>
        <p:spPr>
          <a:xfrm flipV="1">
            <a:off x="2247761" y="5768662"/>
            <a:ext cx="0" cy="419120"/>
          </a:xfrm>
          <a:prstGeom prst="straightConnector1">
            <a:avLst/>
          </a:prstGeom>
          <a:ln w="57150">
            <a:solidFill>
              <a:srgbClr val="3864B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C5D4CAE-B080-4815-D792-215854107817}"/>
              </a:ext>
            </a:extLst>
          </p:cNvPr>
          <p:cNvCxnSpPr>
            <a:cxnSpLocks/>
          </p:cNvCxnSpPr>
          <p:nvPr/>
        </p:nvCxnSpPr>
        <p:spPr>
          <a:xfrm flipV="1">
            <a:off x="3277384" y="5768662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DEE86A6-9549-B545-6F78-038409CC9856}"/>
              </a:ext>
            </a:extLst>
          </p:cNvPr>
          <p:cNvCxnSpPr>
            <a:cxnSpLocks/>
          </p:cNvCxnSpPr>
          <p:nvPr/>
        </p:nvCxnSpPr>
        <p:spPr>
          <a:xfrm flipV="1">
            <a:off x="4326082" y="5768662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8EFC301-D3B1-5A04-35E4-C4373DFD7125}"/>
              </a:ext>
            </a:extLst>
          </p:cNvPr>
          <p:cNvCxnSpPr>
            <a:cxnSpLocks/>
          </p:cNvCxnSpPr>
          <p:nvPr/>
        </p:nvCxnSpPr>
        <p:spPr>
          <a:xfrm flipV="1">
            <a:off x="5315744" y="5768662"/>
            <a:ext cx="0" cy="41912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: Curved 304">
            <a:extLst>
              <a:ext uri="{FF2B5EF4-FFF2-40B4-BE49-F238E27FC236}">
                <a16:creationId xmlns:a16="http://schemas.microsoft.com/office/drawing/2014/main" id="{4482959F-D004-D5A2-96C5-3953EE005607}"/>
              </a:ext>
            </a:extLst>
          </p:cNvPr>
          <p:cNvCxnSpPr>
            <a:cxnSpLocks/>
            <a:stCxn id="59" idx="0"/>
            <a:endCxn id="74" idx="1"/>
          </p:cNvCxnSpPr>
          <p:nvPr/>
        </p:nvCxnSpPr>
        <p:spPr>
          <a:xfrm rot="5400000" flipH="1" flipV="1">
            <a:off x="2203331" y="4161541"/>
            <a:ext cx="844787" cy="790271"/>
          </a:xfrm>
          <a:prstGeom prst="curvedConnector2">
            <a:avLst/>
          </a:prstGeom>
          <a:ln w="57150">
            <a:solidFill>
              <a:srgbClr val="3864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: Curved 307">
            <a:extLst>
              <a:ext uri="{FF2B5EF4-FFF2-40B4-BE49-F238E27FC236}">
                <a16:creationId xmlns:a16="http://schemas.microsoft.com/office/drawing/2014/main" id="{DDB6BF4A-5280-BEF5-9D30-A2693205F904}"/>
              </a:ext>
            </a:extLst>
          </p:cNvPr>
          <p:cNvCxnSpPr>
            <a:cxnSpLocks/>
            <a:stCxn id="123" idx="0"/>
            <a:endCxn id="59" idx="1"/>
          </p:cNvCxnSpPr>
          <p:nvPr/>
        </p:nvCxnSpPr>
        <p:spPr>
          <a:xfrm rot="5400000" flipH="1" flipV="1">
            <a:off x="1164609" y="5378492"/>
            <a:ext cx="869924" cy="815488"/>
          </a:xfrm>
          <a:prstGeom prst="curvedConnector2">
            <a:avLst/>
          </a:prstGeom>
          <a:ln w="57150">
            <a:solidFill>
              <a:srgbClr val="3864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: Curved 310">
            <a:extLst>
              <a:ext uri="{FF2B5EF4-FFF2-40B4-BE49-F238E27FC236}">
                <a16:creationId xmlns:a16="http://schemas.microsoft.com/office/drawing/2014/main" id="{CEB0F7C0-764D-B912-138A-2CA710C72B5F}"/>
              </a:ext>
            </a:extLst>
          </p:cNvPr>
          <p:cNvCxnSpPr>
            <a:cxnSpLocks/>
            <a:stCxn id="74" idx="0"/>
            <a:endCxn id="97" idx="1"/>
          </p:cNvCxnSpPr>
          <p:nvPr/>
        </p:nvCxnSpPr>
        <p:spPr>
          <a:xfrm rot="5400000" flipH="1" flipV="1">
            <a:off x="3244558" y="2915791"/>
            <a:ext cx="845860" cy="846712"/>
          </a:xfrm>
          <a:prstGeom prst="curvedConnector2">
            <a:avLst/>
          </a:prstGeom>
          <a:ln w="57150">
            <a:solidFill>
              <a:srgbClr val="3864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: Curved 314">
            <a:extLst>
              <a:ext uri="{FF2B5EF4-FFF2-40B4-BE49-F238E27FC236}">
                <a16:creationId xmlns:a16="http://schemas.microsoft.com/office/drawing/2014/main" id="{2681C00A-4DEF-89A1-C883-BDCAFB7FE216}"/>
              </a:ext>
            </a:extLst>
          </p:cNvPr>
          <p:cNvCxnSpPr>
            <a:cxnSpLocks/>
            <a:stCxn id="97" idx="0"/>
            <a:endCxn id="109" idx="1"/>
          </p:cNvCxnSpPr>
          <p:nvPr/>
        </p:nvCxnSpPr>
        <p:spPr>
          <a:xfrm rot="5400000" flipH="1" flipV="1">
            <a:off x="4268368" y="1737085"/>
            <a:ext cx="852679" cy="761178"/>
          </a:xfrm>
          <a:prstGeom prst="curvedConnector2">
            <a:avLst/>
          </a:prstGeom>
          <a:ln w="57150">
            <a:solidFill>
              <a:srgbClr val="3864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Graphic 114" descr="Magnifying glass with solid fill">
            <a:extLst>
              <a:ext uri="{FF2B5EF4-FFF2-40B4-BE49-F238E27FC236}">
                <a16:creationId xmlns:a16="http://schemas.microsoft.com/office/drawing/2014/main" id="{65F952F0-37CE-24AF-CCEE-FCB766A3C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1183" y="3270239"/>
            <a:ext cx="2207637" cy="2207637"/>
          </a:xfrm>
          <a:prstGeom prst="rect">
            <a:avLst/>
          </a:prstGeom>
        </p:spPr>
      </p:pic>
      <p:pic>
        <p:nvPicPr>
          <p:cNvPr id="318" name="Graphic 317" descr="Magnifying glass with solid fill">
            <a:extLst>
              <a:ext uri="{FF2B5EF4-FFF2-40B4-BE49-F238E27FC236}">
                <a16:creationId xmlns:a16="http://schemas.microsoft.com/office/drawing/2014/main" id="{375DAEE5-F9C3-B255-7026-0DF368B35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4102" y="827381"/>
            <a:ext cx="2207637" cy="2207637"/>
          </a:xfrm>
          <a:prstGeom prst="rect">
            <a:avLst/>
          </a:prstGeom>
        </p:spPr>
      </p:pic>
      <p:sp>
        <p:nvSpPr>
          <p:cNvPr id="319" name="TextBox 318">
            <a:extLst>
              <a:ext uri="{FF2B5EF4-FFF2-40B4-BE49-F238E27FC236}">
                <a16:creationId xmlns:a16="http://schemas.microsoft.com/office/drawing/2014/main" id="{5A2BE3FC-15E0-3302-AFA1-8D5F809870F1}"/>
              </a:ext>
            </a:extLst>
          </p:cNvPr>
          <p:cNvSpPr txBox="1"/>
          <p:nvPr/>
        </p:nvSpPr>
        <p:spPr>
          <a:xfrm>
            <a:off x="2588" y="7065987"/>
            <a:ext cx="65373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Comic Sans MS" panose="030F0702030302020204" pitchFamily="66" charset="0"/>
                <a:ea typeface="Sans Serif Collection" panose="020B0502040504020204" pitchFamily="34" charset="0"/>
                <a:cs typeface="Arial" panose="020B0604020202020204" pitchFamily="34" charset="0"/>
              </a:rPr>
              <a:t>apple, apple, apple, apple, apple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53F453-8937-39B4-5D74-CC127D3C167E}"/>
              </a:ext>
            </a:extLst>
          </p:cNvPr>
          <p:cNvSpPr txBox="1"/>
          <p:nvPr/>
        </p:nvSpPr>
        <p:spPr>
          <a:xfrm>
            <a:off x="5375169" y="2817776"/>
            <a:ext cx="2608595" cy="48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solidFill>
                  <a:srgbClr val="2E0000"/>
                </a:solidFill>
                <a:latin typeface="Comic Sans MS" panose="030F0702030302020204" pitchFamily="66" charset="0"/>
                <a:ea typeface="Sans Serif Collection" panose="020B0502040504020204" pitchFamily="34" charset="0"/>
                <a:cs typeface="Arial" panose="020B0604020202020204" pitchFamily="34" charset="0"/>
              </a:rPr>
              <a:t>CountScope</a:t>
            </a:r>
            <a:endParaRPr lang="en-US" sz="3000" b="1" dirty="0">
              <a:solidFill>
                <a:srgbClr val="2E0000"/>
              </a:solidFill>
              <a:latin typeface="Comic Sans MS" panose="030F0702030302020204" pitchFamily="66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86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309</TotalTime>
  <Words>12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Hosein</dc:creator>
  <cp:lastModifiedBy>Hosein</cp:lastModifiedBy>
  <cp:revision>16</cp:revision>
  <dcterms:created xsi:type="dcterms:W3CDTF">2025-11-12T11:45:46Z</dcterms:created>
  <dcterms:modified xsi:type="dcterms:W3CDTF">2025-11-14T11:20:01Z</dcterms:modified>
</cp:coreProperties>
</file>